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koto" charset="1" panose="000000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13.png" Type="http://schemas.openxmlformats.org/officeDocument/2006/relationships/image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10.pn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034038" y="8625887"/>
            <a:ext cx="6219924" cy="500356"/>
            <a:chOff x="0" y="0"/>
            <a:chExt cx="1638169" cy="13178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38169" cy="131781"/>
            </a:xfrm>
            <a:custGeom>
              <a:avLst/>
              <a:gdLst/>
              <a:ahLst/>
              <a:cxnLst/>
              <a:rect r="r" b="b" t="t" l="l"/>
              <a:pathLst>
                <a:path h="131781" w="1638169">
                  <a:moveTo>
                    <a:pt x="65891" y="0"/>
                  </a:moveTo>
                  <a:lnTo>
                    <a:pt x="1572279" y="0"/>
                  </a:lnTo>
                  <a:cubicBezTo>
                    <a:pt x="1589754" y="0"/>
                    <a:pt x="1606514" y="6942"/>
                    <a:pt x="1618870" y="19299"/>
                  </a:cubicBezTo>
                  <a:cubicBezTo>
                    <a:pt x="1631227" y="31656"/>
                    <a:pt x="1638169" y="48415"/>
                    <a:pt x="1638169" y="65891"/>
                  </a:cubicBezTo>
                  <a:lnTo>
                    <a:pt x="1638169" y="65891"/>
                  </a:lnTo>
                  <a:cubicBezTo>
                    <a:pt x="1638169" y="102281"/>
                    <a:pt x="1608669" y="131781"/>
                    <a:pt x="1572279" y="131781"/>
                  </a:cubicBezTo>
                  <a:lnTo>
                    <a:pt x="65891" y="131781"/>
                  </a:lnTo>
                  <a:cubicBezTo>
                    <a:pt x="29500" y="131781"/>
                    <a:pt x="0" y="102281"/>
                    <a:pt x="0" y="65891"/>
                  </a:cubicBezTo>
                  <a:lnTo>
                    <a:pt x="0" y="65891"/>
                  </a:lnTo>
                  <a:cubicBezTo>
                    <a:pt x="0" y="29500"/>
                    <a:pt x="29500" y="0"/>
                    <a:pt x="6589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638169" cy="1794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59820" y="3228128"/>
            <a:ext cx="10368359" cy="4190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04"/>
              </a:lnSpc>
            </a:pPr>
            <a:r>
              <a:rPr lang="en-US" sz="12003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AR</a:t>
            </a:r>
          </a:p>
          <a:p>
            <a:pPr algn="ctr" marL="0" indent="0" lvl="0">
              <a:lnSpc>
                <a:spcPts val="16804"/>
              </a:lnSpc>
              <a:spcBef>
                <a:spcPct val="0"/>
              </a:spcBef>
            </a:pPr>
            <a:r>
              <a:rPr lang="en-US" sz="12003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CHASSE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252512" y="8700794"/>
            <a:ext cx="578297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Mokoto"/>
                <a:ea typeface="Mokoto"/>
                <a:cs typeface="Mokoto"/>
                <a:sym typeface="Mokoto"/>
              </a:rPr>
              <a:t>NADJLA/RIMMA/FATHIMA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245826" y="1640168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CE QUE FAIT L’APP</a:t>
            </a: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0994" y="3709307"/>
            <a:ext cx="7852271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SCANNE LA CARTE/L’IMAGE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50994" y="4638674"/>
            <a:ext cx="6352580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LE PUZZLE APPARAIT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50994" y="5568042"/>
            <a:ext cx="1498034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PIVOTER LES TUYAUX POUR TROUVER LE BON CHEMIN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00519" y="5259902"/>
            <a:ext cx="1998635" cy="1998635"/>
          </a:xfrm>
          <a:custGeom>
            <a:avLst/>
            <a:gdLst/>
            <a:ahLst/>
            <a:cxnLst/>
            <a:rect r="r" b="b" t="t" l="l"/>
            <a:pathLst>
              <a:path h="1998635" w="1998635">
                <a:moveTo>
                  <a:pt x="0" y="0"/>
                </a:moveTo>
                <a:lnTo>
                  <a:pt x="1998635" y="0"/>
                </a:lnTo>
                <a:lnTo>
                  <a:pt x="1998635" y="1998635"/>
                </a:lnTo>
                <a:lnTo>
                  <a:pt x="0" y="19986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01038" y="5143500"/>
            <a:ext cx="2203164" cy="2115037"/>
          </a:xfrm>
          <a:custGeom>
            <a:avLst/>
            <a:gdLst/>
            <a:ahLst/>
            <a:cxnLst/>
            <a:rect r="r" b="b" t="t" l="l"/>
            <a:pathLst>
              <a:path h="2115037" w="2203164">
                <a:moveTo>
                  <a:pt x="0" y="0"/>
                </a:moveTo>
                <a:lnTo>
                  <a:pt x="2203164" y="0"/>
                </a:lnTo>
                <a:lnTo>
                  <a:pt x="2203164" y="2115037"/>
                </a:lnTo>
                <a:lnTo>
                  <a:pt x="0" y="2115037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23184" y="4366083"/>
            <a:ext cx="2111491" cy="2892454"/>
          </a:xfrm>
          <a:custGeom>
            <a:avLst/>
            <a:gdLst/>
            <a:ahLst/>
            <a:cxnLst/>
            <a:rect r="r" b="b" t="t" l="l"/>
            <a:pathLst>
              <a:path h="2892454" w="2111491">
                <a:moveTo>
                  <a:pt x="0" y="0"/>
                </a:moveTo>
                <a:lnTo>
                  <a:pt x="2111492" y="0"/>
                </a:lnTo>
                <a:lnTo>
                  <a:pt x="2111492" y="2892454"/>
                </a:lnTo>
                <a:lnTo>
                  <a:pt x="0" y="289245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99836" y="895350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MINI JEU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25563" y="7790674"/>
            <a:ext cx="2750656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les tuyaux apparait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901038" y="7567125"/>
            <a:ext cx="2963248" cy="1416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on les connecte pour trouvez le bon chemin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074019" y="7919550"/>
            <a:ext cx="1409822" cy="711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puzzle reussi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2252" y="1730981"/>
            <a:ext cx="10088327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OUTILS UTILISE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369535" y="4183070"/>
            <a:ext cx="13781187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VUFORIA POUR TOUS CE QUI EST SCANNE D’MAGE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69535" y="5509606"/>
            <a:ext cx="15145345" cy="504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5" indent="-323848" lvl="1">
              <a:lnSpc>
                <a:spcPts val="4199"/>
              </a:lnSpc>
              <a:spcBef>
                <a:spcPct val="0"/>
              </a:spcBef>
              <a:buFont typeface="Arial"/>
              <a:buChar char="•"/>
            </a:pPr>
            <a:r>
              <a:rPr lang="en-US" sz="2999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UNITY POUR DEVELOPPER LE JEU ET CES MECANIQUES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7707" y="6905609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0" y="0"/>
                </a:moveTo>
                <a:lnTo>
                  <a:pt x="1201780" y="0"/>
                </a:lnTo>
                <a:lnTo>
                  <a:pt x="1201780" y="1881046"/>
                </a:lnTo>
                <a:lnTo>
                  <a:pt x="0" y="1881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7383927" y="1500345"/>
            <a:ext cx="1201779" cy="1881046"/>
          </a:xfrm>
          <a:custGeom>
            <a:avLst/>
            <a:gdLst/>
            <a:ahLst/>
            <a:cxnLst/>
            <a:rect r="r" b="b" t="t" l="l"/>
            <a:pathLst>
              <a:path h="1881046" w="1201779">
                <a:moveTo>
                  <a:pt x="1201780" y="1881046"/>
                </a:moveTo>
                <a:lnTo>
                  <a:pt x="0" y="1881046"/>
                </a:lnTo>
                <a:lnTo>
                  <a:pt x="0" y="0"/>
                </a:lnTo>
                <a:lnTo>
                  <a:pt x="1201780" y="0"/>
                </a:lnTo>
                <a:lnTo>
                  <a:pt x="1201780" y="188104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303216" y="895350"/>
            <a:ext cx="7681567" cy="2114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PROBLEME RENCONTRÉ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75173" y="4528276"/>
            <a:ext cx="1196082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COMPRENDRE COMMENT UTILISER VUFORIA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75173" y="5267526"/>
            <a:ext cx="617110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SCANNER UNE IMAGE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75173" y="6006775"/>
            <a:ext cx="13137654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METTRE EN PLACE LA MECANIQUE DU MINI JEU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0" t="-5555" r="0" b="-555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96929" y="4401828"/>
            <a:ext cx="8294142" cy="2057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804"/>
              </a:lnSpc>
              <a:spcBef>
                <a:spcPct val="0"/>
              </a:spcBef>
            </a:pPr>
            <a:r>
              <a:rPr lang="en-US" sz="12003">
                <a:solidFill>
                  <a:srgbClr val="FFFBF7"/>
                </a:solidFill>
                <a:latin typeface="Mokoto"/>
                <a:ea typeface="Mokoto"/>
                <a:cs typeface="Mokoto"/>
                <a:sym typeface="Mokoto"/>
              </a:rPr>
              <a:t>MERCI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15363" y="793712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0" y="0"/>
                </a:moveTo>
                <a:lnTo>
                  <a:pt x="1671262" y="0"/>
                </a:lnTo>
                <a:lnTo>
                  <a:pt x="1671262" y="1671262"/>
                </a:lnTo>
                <a:lnTo>
                  <a:pt x="0" y="1671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6001375" y="678609"/>
            <a:ext cx="1671261" cy="1671261"/>
          </a:xfrm>
          <a:custGeom>
            <a:avLst/>
            <a:gdLst/>
            <a:ahLst/>
            <a:cxnLst/>
            <a:rect r="r" b="b" t="t" l="l"/>
            <a:pathLst>
              <a:path h="1671261" w="1671261">
                <a:moveTo>
                  <a:pt x="1671262" y="1671262"/>
                </a:moveTo>
                <a:lnTo>
                  <a:pt x="0" y="1671262"/>
                </a:lnTo>
                <a:lnTo>
                  <a:pt x="0" y="0"/>
                </a:lnTo>
                <a:lnTo>
                  <a:pt x="1671262" y="0"/>
                </a:lnTo>
                <a:lnTo>
                  <a:pt x="1671262" y="167126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59256">
            <a:off x="15290625" y="8906700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0" y="0"/>
                </a:moveTo>
                <a:lnTo>
                  <a:pt x="1651995" y="0"/>
                </a:lnTo>
                <a:lnTo>
                  <a:pt x="1651995" y="2192912"/>
                </a:lnTo>
                <a:lnTo>
                  <a:pt x="0" y="21929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-6876587">
            <a:off x="1543538" y="-805739"/>
            <a:ext cx="1651994" cy="2192913"/>
          </a:xfrm>
          <a:custGeom>
            <a:avLst/>
            <a:gdLst/>
            <a:ahLst/>
            <a:cxnLst/>
            <a:rect r="r" b="b" t="t" l="l"/>
            <a:pathLst>
              <a:path h="2192913" w="1651994">
                <a:moveTo>
                  <a:pt x="1651994" y="0"/>
                </a:moveTo>
                <a:lnTo>
                  <a:pt x="0" y="0"/>
                </a:lnTo>
                <a:lnTo>
                  <a:pt x="0" y="2192912"/>
                </a:lnTo>
                <a:lnTo>
                  <a:pt x="1651994" y="2192912"/>
                </a:lnTo>
                <a:lnTo>
                  <a:pt x="16519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DAHYAnKi4gA</dc:identifier>
  <dcterms:modified xsi:type="dcterms:W3CDTF">2011-08-01T06:04:30Z</dcterms:modified>
  <cp:revision>1</cp:revision>
  <dc:title>AR CHASSE</dc:title>
</cp:coreProperties>
</file>